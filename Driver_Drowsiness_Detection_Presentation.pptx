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00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93456"/>
                </a:solidFill>
                <a:latin typeface="Times New Roman"/>
              </a:rPr>
              <a:t>Machine Learning-Based Real-Time</a:t>
            </a:r>
            <a:br/>
            <a:r>
              <a:rPr sz="3000" b="1">
                <a:solidFill>
                  <a:srgbClr val="193456"/>
                </a:solidFill>
                <a:latin typeface="Times New Roman"/>
              </a:rPr>
              <a:t>Driver Drowsiness Detection and Alert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C5B91"/>
                </a:solidFill>
                <a:latin typeface="Times New Roman"/>
              </a:rPr>
              <a:t>Using Facial Features and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32323"/>
                </a:solidFill>
                <a:latin typeface="Times New Roman"/>
              </a:rPr>
              <a:t>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Driver drowsiness is a major road-safety concern caused by fatigue, lack of sleep, or long driving hours.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system continuously observes the driver's facial information through a webcam.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 trained deep learning model classifies the driver as AWAKE or DROWSY.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When drowsiness is detected, the system provides an immediate warning alert.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goal is to support safer driving through real-time, non-contact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Drivers may lose attention because of tiredness, especially during long-distance or night-time driving.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Traditional monitoring methods depend on manual observation or physical interaction with the driver.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 reliable system is needed to identify visible signs of drowsiness automatically.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system should work in real time and provide a warning before the situation becomes dangerous.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proposed solution uses facial images and machine learning for automatic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Conventional approaches often depend on vehicle movement, steering patterns, or manual supervision.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Some systems require additional sensors or wearable devices, which may be inconvenient.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Manual monitoring cannot continuously and reliably detect subtle signs of fatigue.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Sensor-based methods can increase hardware cost and system complexity.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These limitations motivate a camera-based and software-oriented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 webcam captures the driver's face continuously during operation.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OpenCV is used to capture and process the camera frames.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input image is resized to 224 × 224 pixels and normalized before prediction.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 CNN model analyzes the facial image and predicts the driver's drowsiness status.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result and confidence are displayed, with an alert activated for drowsy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Develop a real-time system for detecting driver drowsiness from facial images.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Use a CNN-based model to classify the driver's state accurately.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Integrate webcam-based face monitoring with automatic prediction.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Generate an immediate alarm or warning when drowsiness is detected.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Provide a simple interface for viewing the driver's current status and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160020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2C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456"/>
                </a:solidFill>
                <a:latin typeface="Times New Roman"/>
              </a:rPr>
              <a:t>Webcam</a:t>
            </a:r>
            <a:br/>
            <a:r>
              <a:rPr>
                <a:latin typeface="Times New Roman"/>
              </a:rPr>
              <a:t>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948939"/>
            <a:ext cx="292607" cy="0"/>
          </a:xfrm>
          <a:prstGeom prst="line">
            <a:avLst/>
          </a:prstGeom>
          <a:ln w="25400">
            <a:solidFill>
              <a:srgbClr val="2C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95728" y="2423160"/>
            <a:ext cx="160020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2C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456"/>
                </a:solidFill>
                <a:latin typeface="Times New Roman"/>
              </a:rPr>
              <a:t>Frame</a:t>
            </a:r>
            <a:br/>
            <a:r>
              <a:rPr>
                <a:latin typeface="Times New Roman"/>
              </a:rPr>
              <a:t>Capture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95928" y="2948939"/>
            <a:ext cx="292608" cy="0"/>
          </a:xfrm>
          <a:prstGeom prst="line">
            <a:avLst/>
          </a:prstGeom>
          <a:ln w="25400">
            <a:solidFill>
              <a:srgbClr val="2C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88536" y="2423160"/>
            <a:ext cx="160020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2C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456"/>
                </a:solidFill>
                <a:latin typeface="Times New Roman"/>
              </a:rPr>
              <a:t>Face / Image</a:t>
            </a:r>
            <a:br/>
            <a:r>
              <a:rPr>
                <a:latin typeface="Times New Roman"/>
              </a:rPr>
              <a:t>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88736" y="2948939"/>
            <a:ext cx="292608" cy="0"/>
          </a:xfrm>
          <a:prstGeom prst="line">
            <a:avLst/>
          </a:prstGeom>
          <a:ln w="25400">
            <a:solidFill>
              <a:srgbClr val="2C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1343" y="2423160"/>
            <a:ext cx="160020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2C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456"/>
                </a:solidFill>
                <a:latin typeface="Times New Roman"/>
              </a:rPr>
              <a:t>CNN Model</a:t>
            </a:r>
            <a:br/>
            <a:r>
              <a:rPr>
                <a:latin typeface="Times New Roman"/>
              </a:rPr>
              <a:t>Prediction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81543" y="2948939"/>
            <a:ext cx="292608" cy="0"/>
          </a:xfrm>
          <a:prstGeom prst="line">
            <a:avLst/>
          </a:prstGeom>
          <a:ln w="25400">
            <a:solidFill>
              <a:srgbClr val="2C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74152" y="2423160"/>
            <a:ext cx="160020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2C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456"/>
                </a:solidFill>
                <a:latin typeface="Times New Roman"/>
              </a:rPr>
              <a:t>Status &amp;</a:t>
            </a:r>
            <a:br/>
            <a:r>
              <a:rPr>
                <a:latin typeface="Times New Roman"/>
              </a:rPr>
              <a:t>Confidence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74352" y="2948939"/>
            <a:ext cx="292608" cy="0"/>
          </a:xfrm>
          <a:prstGeom prst="line">
            <a:avLst/>
          </a:prstGeom>
          <a:ln w="25400">
            <a:solidFill>
              <a:srgbClr val="2C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66960" y="2423160"/>
            <a:ext cx="160020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2C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456"/>
                </a:solidFill>
                <a:latin typeface="Times New Roman"/>
              </a:rPr>
              <a:t>Warning</a:t>
            </a:r>
            <a:br/>
            <a:r>
              <a:rPr>
                <a:latin typeface="Times New Roman"/>
              </a:rPr>
              <a:t>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Camera frames are captured continuously and passed through the processing pipeline.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processed image is given to the trained CNN for binary classification.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prediction is converted into a clear driver status and confidence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Collect and organize labelled driver images into training, validation, and testing sets.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Preprocess images by resizing them to 224 × 224 pixels and scaling pixel values to the 0–1 range.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Train a CNN model to learn visual patterns associated with awake and drowsy states.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Evaluate the trained model using unseen test images and save the best-performing model.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Integrate the model with OpenCV and a webcam for real-time prediction and alert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Module 1 – Face Detection &amp; Feature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Capture live frames from the driver's webcam using OpenCV.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Identify the driver's facial region from the incoming camera frames.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Prepare the detected face or frame in the format expected by the trained model.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Resize the input to 224 × 224 pixels and normalize pixel values.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Pass the processed facial information to the classification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Module 2 – Drowsiness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trained CNN receives the preprocessed facial image as input.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model uses learned visual features to distinguish awake and drowsy conditions.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 sigmoid output produces the prediction confidence for the binary classification.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system converts the model output into a readable AWAKE or DROWSY status.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best trained model is stored and loaded for real-time inference.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Module 3 – Alert &amp;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predicted driver status is monitored continuously during webcam operation.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When the system detects a drowsy condition, an alert is triggered.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warning is intended to attract the driver's attention immediately.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interface displays the current status together with prediction confidence.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Alert control can be managed through the application while monitoring continues.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Implementation /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Python is used as the main programming language for model development and application logic.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TensorFlow and Keras are used to build, train, save, and load the CNN model.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OpenCV is used for webcam capture, image processing, and real-time frame handling.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Flask provides the backend interface for connecting the trained model with the application.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HTML/CSS/JavaScript-based frontend components display status, confidence, history, and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Provides real-time and non-contact monitoring of the driver's condition.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Uses a normal webcam, reducing the need for specialized wearable sensors.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Automatically identifies drowsiness and provides a timely warning.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Displays prediction confidence to make the output easier to understand.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modular design can be extended with additional features in the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Performance can be affected by poor lighting, camera quality, or an unclear face.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Face obstruction such as masks, sunglasses, or unusual head angles may reduce accuracy.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system depends on a working camera and sufficient computing resources.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Short-term facial changes may sometimes be difficult for the model to classify correctly.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Further testing with larger and more diverse real-world datasets is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Future 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Improve robustness using larger and more diverse datasets collected in real driving conditions.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Add eye-blink, yawning, head-pose, and facial-landmark features for stronger detection.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Develop a lightweight mobile or embedded version for in-vehicle deployment.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Add voice alerts, SMS/emergency notifications, or vehicle-level safety integration.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Optimize the model for faster inference on low-power edge devices.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project demonstrates a machine learning approach for real-time driver drowsiness detection.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A webcam and CNN model are combined to classify the driver's state from facial information.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system provides a clear prediction with confidence and can trigger an alert.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approach is non-contact, practical, and suitable as a foundation for driver-safety applications.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With further data and model improvements, the system can become more robust for real-world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07f48c2-e071-4232-b98d-48c4d9580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665372" cy="658368"/>
          </a:xfrm>
          <a:prstGeom prst="rect">
            <a:avLst/>
          </a:prstGeom>
        </p:spPr>
      </p:pic>
      <p:pic>
        <p:nvPicPr>
          <p:cNvPr id="4" name="Picture 3" descr="c7ca3965-de32-445d-b6ad-2b555725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5448"/>
            <a:ext cx="471488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8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3456"/>
                </a:solidFill>
                <a:latin typeface="Times New Roman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1024128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TensorFlow and Keras documentation – deep learning model development and deployment.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OpenCV documentation – computer vision, image processing, and webcam integration.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Python documentation – programming language and application development.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Research literature on driver drowsiness detection using facial features and deep learning.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>
                <a:latin typeface="Times New Roman"/>
              </a:rPr>
              <a:t>• Project dataset, trained CNN model, and implementation developed for this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Times New Roman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